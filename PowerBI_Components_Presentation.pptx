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BI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Power Query, Desktop, Mobile, Pivot, View, Map and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data mash-up and transformation.</a:t>
            </a:r>
          </a:p>
          <a:p>
            <a:r>
              <a:t>• Clean data</a:t>
            </a:r>
          </a:p>
          <a:p>
            <a:r>
              <a:t>• Remove duplicates</a:t>
            </a:r>
          </a:p>
          <a:p>
            <a:r>
              <a:t>• Merge files</a:t>
            </a:r>
          </a:p>
          <a:p>
            <a:r>
              <a:t>• Handle missing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development tool.</a:t>
            </a:r>
          </a:p>
          <a:p>
            <a:r>
              <a:t>• Import data</a:t>
            </a:r>
          </a:p>
          <a:p>
            <a:r>
              <a:t>• Create reports</a:t>
            </a:r>
          </a:p>
          <a:p>
            <a:r>
              <a:t>• Build dashboards</a:t>
            </a:r>
          </a:p>
          <a:p>
            <a:r>
              <a:t>• Write DAX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reports on Android and iOS.</a:t>
            </a:r>
          </a:p>
          <a:p>
            <a:r>
              <a:t>• View dashboards anywhere</a:t>
            </a:r>
          </a:p>
          <a:p>
            <a:r>
              <a:t>• Track KPIs in real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In-memory data modeling engine.</a:t>
            </a:r>
          </a:p>
          <a:p>
            <a:r>
              <a:t>• Create relationships</a:t>
            </a:r>
          </a:p>
          <a:p>
            <a:r>
              <a:t>• Build measures</a:t>
            </a:r>
          </a:p>
          <a:p>
            <a:r>
              <a:t>• Perform calculations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visualizations.</a:t>
            </a:r>
          </a:p>
          <a:p>
            <a:r>
              <a:t>• Bar charts</a:t>
            </a:r>
          </a:p>
          <a:p>
            <a:r>
              <a:t>• Line charts</a:t>
            </a:r>
          </a:p>
          <a:p>
            <a:r>
              <a:t>• Pie charts</a:t>
            </a:r>
          </a:p>
          <a:p>
            <a:r>
              <a:t>• KPI cards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3D geographical visualization.</a:t>
            </a:r>
          </a:p>
          <a:p>
            <a:r>
              <a:t>• Regional sales analysis</a:t>
            </a:r>
          </a:p>
          <a:p>
            <a:r>
              <a:t>• Delivery tracking</a:t>
            </a:r>
          </a:p>
          <a:p>
            <a:r>
              <a:t>• Location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querying.</a:t>
            </a:r>
          </a:p>
          <a:p>
            <a:r>
              <a:t>Example: 'Show total sales by state'</a:t>
            </a:r>
          </a:p>
          <a:p>
            <a:r>
              <a:t>Power BI generates visuals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→ Model → Build → Visualize → Locate → Ask →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